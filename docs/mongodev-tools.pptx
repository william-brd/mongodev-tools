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00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mongodev-tools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8E"/>
                </a:solidFill>
              </a:rPr>
              <a:t>Gestão &amp; Auditoria de Operações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Interface web com autenticação Keycloak · Scripts salvos · Histórico de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Deploy Docker · PostgreSQL · SQL Server · Oracle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37760"/>
            <a:ext cx="987552" cy="274320"/>
          </a:xfrm>
          <a:prstGeom prst="rect">
            <a:avLst/>
          </a:prstGeom>
          <a:solidFill>
            <a:srgbClr val="36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96519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React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4937760"/>
            <a:ext cx="886968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4965192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937760"/>
            <a:ext cx="1490472" cy="2743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4965192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Keycloak OIDC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4937760"/>
            <a:ext cx="886968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4965192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TypeORM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937760"/>
            <a:ext cx="786384" cy="274320"/>
          </a:xfrm>
          <a:prstGeom prst="rect">
            <a:avLst/>
          </a:prstGeom>
          <a:solidFill>
            <a:srgbClr val="36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4965192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O que a aplicação oferece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🖊 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84708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Editor de queries e aggregations
com execução em tempo real e
exibição do resultado em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280160"/>
            <a:ext cx="356616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4173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📂 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184708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Navegação visual por databases,
coleções, documentos e índices
com filtros e paginação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280160"/>
            <a:ext cx="356616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4173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💾  Scripts Salvos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84708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Biblioteca de queries reutilizáveis
com versionamento e organização
por tipo (query/aggregation)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356616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886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📋  Auditoria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3159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Histórico completo: quem executou,
o código exato, resultado e
duração de cada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749039"/>
            <a:ext cx="356616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3886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📤  Import/Export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3159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Exportação JSON ou CSV por coleção
Importação em massa com modo
insert ou upsert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749039"/>
            <a:ext cx="356616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3886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🔑  Controle de Acesso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43159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Papéis por Keycloak: admin,
usuário padrão e readonly com
bloqueio granular de operações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Fluxo de dados e componentes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192024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64008" cy="1371600"/>
          </a:xfrm>
          <a:prstGeom prst="rect">
            <a:avLst/>
          </a:prstGeom>
          <a:solidFill>
            <a:srgbClr val="36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5176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54679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React SPA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560320"/>
            <a:ext cx="192024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2560320"/>
            <a:ext cx="64008" cy="137160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265176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154679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Reverse Proxy
/mongo-tools → :5000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560320"/>
            <a:ext cx="192024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2560320"/>
            <a:ext cx="64008" cy="1371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65176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Express
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3154679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Node.js
REST + 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560320"/>
            <a:ext cx="192024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2560320"/>
            <a:ext cx="64008" cy="137160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65176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3154679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Banco alvo
das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822960"/>
            <a:ext cx="192024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822960"/>
            <a:ext cx="64008" cy="1371600"/>
          </a:xfrm>
          <a:prstGeom prst="rect">
            <a:avLst/>
          </a:prstGeom>
          <a:solidFill>
            <a:srgbClr val="E85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9144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Keycloak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14173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OIDC/PKCE
Autenticação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297680"/>
            <a:ext cx="1920240" cy="1371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4297680"/>
            <a:ext cx="64008" cy="1371600"/>
          </a:xfrm>
          <a:prstGeom prst="rect">
            <a:avLst/>
          </a:prstGeom>
          <a:solidFill>
            <a:srgbClr val="36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1" y="43891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
MSSQL · Oracle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489204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Metadados
Scripts &amp; Histórico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063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── HTTPS ──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063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── proxy ──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063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── driver ──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── OAuth2 ──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── TypeORM ──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* Fallback in-memory se banco de metadados indisponível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Pré-requisitos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Infraestrutura necessária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52120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OBRIGATÓRIO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21208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 Engine 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6654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Execução do 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521208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 Swarm/Compose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Orquestração do serviço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36976"/>
            <a:ext cx="521208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826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MongoDB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Banco alvo das queries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86783"/>
            <a:ext cx="521208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3250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Keycloak 19+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159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Autenticação SSO (OIDC)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36592"/>
            <a:ext cx="521208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82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Banco relacional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6577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Persistência: PG/MSSQL/Oracle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234440"/>
            <a:ext cx="5623560" cy="52120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3258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BANCO DE METADADOS (escolha um)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737360"/>
            <a:ext cx="534924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01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E"/>
                </a:solidFill>
              </a:rPr>
              <a:t>PostgreSQL 12+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17627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Recomendado
Suporta DATABASE_URL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C98E"/>
                </a:solidFill>
              </a:rPr>
              <a:t>✅ Recomendado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291839"/>
            <a:ext cx="534924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558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69EFF"/>
                </a:solidFill>
              </a:rPr>
              <a:t>SQL Server 2017+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3075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Porta 1433 acessível
DATABASE_TRUST_CERT para self-signed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3558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69EFF"/>
                </a:solidFill>
              </a:rPr>
              <a:t>✅ Suportado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534924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910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Oracle 12c+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85231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Schema criado pelo DBA
antes do primeiro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910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</a:rPr>
              <a:t>✅ Suportado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Variáveis de Ambiente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Configuração completa via env_file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62356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APLICAÇÃO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45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APP_BASE_PATH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645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/mongo-tools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Prefixo da URL — baked no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11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APP_URL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116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https://siga.empresa.com/mongo-tools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URL pública sem barra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77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SESSION_SECRET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7744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chave-aleatória-longa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774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Assinar cookies de sessão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43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LOG_LEVEL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74320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info | debug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432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debug mostra SQL e env vars mascarados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0440"/>
            <a:ext cx="5623560" cy="9144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611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931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MONGO_URL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931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mongodb://user:pw@host:27017/db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31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URL de conexão MongoDB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234440"/>
            <a:ext cx="562356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325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9EFF"/>
                </a:solidFill>
              </a:rPr>
              <a:t>KEYCLOAK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645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KEYCLOAK_URL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645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https://auth.empresa.com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1645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URL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011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KEYCLOAK_REALM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0116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meu-realm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0116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Nome do realm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2377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KEYCLOAK_CLIENT_ID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37744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mongodev-tools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3774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Client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2743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KEYCLOAK_CLIENT_SECRET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74320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abc123…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7432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Credentials → Secret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788920"/>
            <a:ext cx="5623560" cy="31089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2880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9EFF"/>
                </a:solidFill>
              </a:rPr>
              <a:t>BANCO DE METADADOS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DATABASE_VENDOR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20040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postgresql | mssql | oracle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2004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Driver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5661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mongo_tools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35661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Schema (auto-criado¹)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3931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DATABASE_HOST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3931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10.100.1.20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3931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Endereço do servidor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297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DATABASE_USER / PASSWORD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2976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42976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Credenciais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792" y="4663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DATABASE_ENCRYPT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66344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false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6634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MSSQL: desabilitar TLS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5029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DATABASE_TRUST_CERT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true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50292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MSSQL: cert auto-assinado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5394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DATABASE_SERVICE_NAME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98E"/>
                </a:solidFill>
              </a:rPr>
              <a:t>ORCL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53949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Oracle: service 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¹ Oracle: schema deve ser criado pelo DBA antes do primeiro boot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⚠  Não use aspas ou comentários inline nos valores — Docker env_file os preserva literalmente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Configuração do Keycloak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Client, roles e atribuição de usuários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32120" cy="2331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44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Criar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2880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Realm → Clients → Create
• Client ID: mongodev-tools
• Access Type: confidential
• Redirect URI: https://siga.empresa.com/mongo-tools/*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532120" cy="2331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02920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44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Obter Client 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2880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Clients → mongodev-tools → Credentials
• Copie o Secret
• Use em KEYCLOAK_CLIENT_SECRET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532120" cy="2331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50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Criar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43484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Clients → mongodev-tools → Roles
• mongodev-admin   (acesso total)
• mongodev-user    (padrão)
• readonly         (somente leitura)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840480"/>
            <a:ext cx="5532120" cy="2331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977640"/>
            <a:ext cx="502920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950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Atribuir aos Usuários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43484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Users → &lt;usuário&gt; → Role Mappings
• Client Roles → mongodev-tools
• Mova a role para Assigned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Roles resumidas: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6446520"/>
            <a:ext cx="1591056" cy="2743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84248" y="647395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mongodev-admin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748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Acesso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6446520"/>
            <a:ext cx="1490472" cy="274320"/>
          </a:xfrm>
          <a:prstGeom prst="rect">
            <a:avLst/>
          </a:prstGeom>
          <a:solidFill>
            <a:srgbClr val="36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6088" y="6473952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mongodev-user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6748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Leitura + escrita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6446520"/>
            <a:ext cx="98755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647395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readonly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748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Apenas leitura de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 com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Stack, build e comandos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stack.yml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42519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version: '3.8'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services: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mongodev-tools: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image: registry/mongodev-tools:1.0.0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env_file: variables.env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networks: [proxy]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deploy: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replicas: 1   # sessão in-memory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restart_policy: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  condition: on-failure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networks: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proxy: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external: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087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Deploy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83080"/>
            <a:ext cx="5943600" cy="5029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92807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docker stack deploy -c stack.yml siga-mongodev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231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Atualizar imagem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697479"/>
            <a:ext cx="5943600" cy="7589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807208"/>
            <a:ext cx="5669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docker service update --image registry/mongodev-tools:1.0.1 \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siga-mongodev_mongodev-tools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593591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Ver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867911"/>
            <a:ext cx="5943600" cy="7589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977639"/>
            <a:ext cx="5669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docker service logs -f --tail 100 \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siga-mongodev_mongodev-tools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76402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Remover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038344"/>
            <a:ext cx="5943600" cy="5029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148072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docker stack rm siga-mongodev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67842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952744"/>
            <a:ext cx="5943600" cy="7589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6062472"/>
            <a:ext cx="5669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docker build --build-arg APP_BASE_PATH=/mongo-tools \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-t registry/mongodev-tools:1.0.0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⚠  APP_BASE_PATH é baked no build Vite — mudar o sub-path exige rebuild da imagem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Configuração do Nginx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Sub-path e roteamento correto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7772400" cy="49377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7498079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# ^~ previne que location ~ /auth intercepte /mongo-tools/api/auth/user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location ^~ /mongo-tools {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proxy_pass         http://mongodev-tools:5000;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proxy_http_version 1.1;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proxy_set_header   Host              $host;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proxy_set_header   X-Real-IP         $remote_addr;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proxy_set_header   X-Forwarded-For   $proxy_add_x_forwarded_for;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proxy_set_header   X-Forwarded-Proto $scheme;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proxy_set_header   Upgrade           $http_upgrade;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proxy_set_header   Connection        'upgrade';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proxy_read_timeout 120s;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280160"/>
            <a:ext cx="3657600" cy="1143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353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^~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91639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Modificador de prioridade — garante que este
location tem precedência sobre qualquer regex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578608"/>
            <a:ext cx="3657600" cy="1143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651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proxy_pass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900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Encaminha para o container na porta 5000
(nome do serviço Docker)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877056"/>
            <a:ext cx="3657600" cy="1143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950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X-Forwarded-*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28853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Necessário para que a aplicação identifique
correntemente o protocolo e IP do 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5175504"/>
            <a:ext cx="3657600" cy="1143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52486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proxy_read_timeout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58698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Aumentado para queries longas no MongoDB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Banco de Metadados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Tabelas criadas automaticamente (TypeORM synchronize)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4572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8E"/>
                </a:solidFill>
              </a:rPr>
              <a:t>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id          INTEGER 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name        VARCHAR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883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description TEXT / CLOB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code        TEXT / CLOB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type        VARCHAR  (query|aggregation)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is_readonly BOOLEAN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created_at 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657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updated_at  TIMESTAMP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5577840" cy="4572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8E"/>
                </a:solidFill>
              </a:rPr>
              <a:t>executions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id          INTEGER 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12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script_id   INTEGER  (null se ad-hoc)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883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code        TEXT / CLOB  ← código executado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638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status      VARCHAR  (success|error)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result      TEXT / CLOB  (JSON)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duration_ms INTEGER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902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executed_at 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657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executed_by VARCHAR  ← login Keycloak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97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Setup por vendor: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  PostgreSQL: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Auto: GRANT CREATE ON DATABASE db TO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9EFF"/>
                </a:solidFill>
              </a:rPr>
              <a:t>  SQL Server: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Auto: GRANT CREATE TABLE + ALTER ON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  Oracle: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DBA cria o schema antes: CREATE USER + GRANT UNLIMITED TABLESPACE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Workbench — Editor de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Execução e salvamento de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05740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9848" y="1298448"/>
            <a:ext cx="548640" cy="54864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261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0195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 Selecionar
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49631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Dropdown no topo
escolhe o MongoDB
database alvo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8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88720"/>
            <a:ext cx="205740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298448"/>
            <a:ext cx="548640" cy="54864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261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90195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2. Escolher
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49631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Query (find, count)
ou Aggregation
(pipeline)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8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1188720"/>
            <a:ext cx="205740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41848" y="1298448"/>
            <a:ext cx="548640" cy="54864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261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190195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 Escrever
Código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249631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Editor Monaco com
syntax highlighting
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7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8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188720"/>
            <a:ext cx="205740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7848" y="1298448"/>
            <a:ext cx="548640" cy="54864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1261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190195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4. Executar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249631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Botão Executar
Resultado exibido
como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8E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1188720"/>
            <a:ext cx="2057400" cy="2011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13848" y="1298448"/>
            <a:ext cx="548640" cy="54864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1261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7" y="1901952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5. Salvar
(opcional)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7" y="249631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Nome + descrição
Script fica na
biblioteca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383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Notas importantes: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767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Toda execução é registrada em executions (código + resultado + usuário + duração)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270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Para vincular execução a um script salvo: abra o script pela lista de Scripts → URL fica /?id=N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773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Usuários readonly podem salvar scripts, mas não executar operações de escrita no MongoDB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2760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Queries executadas com getSiblingDB() funcionam mas requerem que o usuário MongoDB tenha acesso ao outro banco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06440"/>
            <a:ext cx="11430000" cy="7772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91616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// Exemplo — buscar com filtro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db.collection('usuarios').find({ ativo: true }).sort({ nome: 1 }).limit(50)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Exemplos de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Queries e Aggregations prontas para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Query — Filtro e Projeção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5394960" cy="135331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1206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db.collection('pedidos').find(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status: 'pendente' 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projection: { _id: 1, cliente: 1, valor: 1 } 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).sort({ createdAt: -1 }).limit(100)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234440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Query — Outro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536192"/>
            <a:ext cx="5806440" cy="859536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553212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const outro = db.getSiblingDB('outro-banco')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outro.collection('clientes').find({ uf: 'SP' 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Aggregation — Agrupamento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5394960" cy="28346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512064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db.collection('vendas').aggregate([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$match: { data: { $gte: new Date('2025-01-01') } } 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$group: {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_id: '$vendedor',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total: { $sum: '$valor' 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qtd:   { $sum: 1 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}},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$sort: { total: -1 } 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$limit: 10 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154680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Aggregation — Lookup (join)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456432"/>
            <a:ext cx="5806440" cy="3081528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566160"/>
            <a:ext cx="5532120" cy="2852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db.collection('pedidos').aggregate([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$lookup: {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from: 'clientes',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localField: 'clienteId',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foreignField: '_id',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as: 'cliente' }},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$unwind: '$cliente' },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{ $project: {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numero: 1, valor: 1,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    'cliente.nome': 1 }}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Papéis e Permissões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Configurados via Client Roles no Keycloak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Permissão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8E"/>
                </a:solidFill>
              </a:rPr>
              <a:t>mongodev-admin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9EFF"/>
                </a:solidFill>
              </a:rPr>
              <a:t>Autenticado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readonly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 databases e coleções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7830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7830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11430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585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Executar queries de leitura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585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2585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2585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88336"/>
            <a:ext cx="11430000" cy="457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340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Salvar / editar / excluir scripts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734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34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734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63824"/>
            <a:ext cx="11430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0954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Executar queries de escrita¹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2095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095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2095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39312"/>
            <a:ext cx="11430000" cy="457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850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Criar / excluir coleções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6850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6850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6850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605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Inserir / editar / excluir documentos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90288"/>
            <a:ext cx="11430000" cy="457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636007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Criar / excluir índices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6360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6360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360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65776"/>
            <a:ext cx="11430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1114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Importar documentos (bulk)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111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111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111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541264"/>
            <a:ext cx="11430000" cy="457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5869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 status do servidor MongoDB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55869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8E"/>
                </a:solidFill>
              </a:rPr>
              <a:t>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55869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5869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¹ Bloqueadas para readonly: insertOne/Many, updateOne/Many, deleteOne/Many, drop,
  createCollection, createIndex, dropIndex, bulkWrite, $out, $merge, findAndModify,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Erros comuns e como resolver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0332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2286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getaddrinfo ENOTFOUND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647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Causa: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842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DATABASE_URL com aspas literais
(Docker env_file preserva aspas)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603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8E"/>
                </a:solidFill>
              </a:rPr>
              <a:t>Fix: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70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Remova as aspas do valor:
DATABASE_URL=postgresql://user:pw@host/db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70332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73152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self-signed certificate (MSSQL)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7647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Causa: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842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SQL Server usa cert auto-assinado
TLS habilitado por padrão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603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8E"/>
                </a:solidFill>
              </a:rPr>
              <a:t>Fix: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770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DATABASE_ENCRYPT=false
DATABASE_TRUST_CERT=true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0332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73152" cy="2286000"/>
          </a:xfrm>
          <a:prstGeom prst="rect">
            <a:avLst/>
          </a:prstGeom>
          <a:solidFill>
            <a:srgbClr val="36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9EFF"/>
                </a:solidFill>
              </a:rPr>
              <a:t>ORA-01658 (Oracle)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7647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Causa: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19842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Usuário sem quota no
tablespace padrão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5603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8E"/>
                </a:solidFill>
              </a:rPr>
              <a:t>Fix: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770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GRANT UNLIMITED TABLESPACE
  TO MONGO_TOOLS;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370332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73152" cy="228600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840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8E"/>
                </a:solidFill>
              </a:rPr>
              <a:t>invalid_grant: Incorrect redirect_uri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279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Causa: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4988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APP_URL diferente do URI
registrado no Keycloak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0749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8E"/>
                </a:solidFill>
              </a:rPr>
              <a:t>Fix: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285231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Corrija APP_URL e
Valid Redirect URIs no Keycloak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749039"/>
            <a:ext cx="370332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749039"/>
            <a:ext cx="73152" cy="2286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3840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Scripts somem após reiniciar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4279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Causa: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4988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Banco não conectou;
aplicação usou memória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0749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8E"/>
                </a:solidFill>
              </a:rPr>
              <a:t>Fix: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5285231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Ative LOG_LEVEL=debug
e revise as variáveis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749039"/>
            <a:ext cx="3703320" cy="22860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749039"/>
            <a:ext cx="73152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2" y="3840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DATABASE_TRUST_CERT ignorado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4279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Causa: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4988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Comentário inline no env_file:
valor=true  # comentário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50749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8E"/>
                </a:solidFill>
              </a:rPr>
              <a:t>Fix: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5285231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Mova comentários para
linhas separadas com #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Diagnóstico com LOG_LEVEL=debug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Interpretando a saída do 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949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5166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8E"/>
                </a:solidFill>
                <a:latin typeface="Courier New"/>
              </a:rPr>
              <a:t># Startup — confirma variáveis sem aspas/comentários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[storage] iniciando — vendor=oracle schema=MONGO_TOOLS host=10.0.0.1 (LOG_LEVEL=debug)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[debug] variáveis de conexão: {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DATABASE_VENDOR: 'oracle',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DATABASE_HOST:   '10.0.0.1',        ← sem aspas = ok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DATABASE_PORT:   '1521',             ← sem comentário = ok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DATABASE_USER:   'MONGO_TOOLS',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  DATABASE_PASSWORD: 'Se***',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# Conexão bem-sucedida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[storage] schema "MONGO_TOOLS" pronto (Oracle)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[storage] conectado — vendor: oracle, schema: MONGO_TOOLS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# Execução de script salvo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[debug] [execute] body recebido: { scriptId: 5, codeLength: 82 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[debug] [storage] logExecution → banco { scriptId: 5, executedBy: 'user@empresa.com' }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query: INSERT INTO "MONGO_TOOLS"."executions" (script_id, code, status, ...) VALUES ...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# Falha de conexão — vai para memória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[storage] banco indisponível (ORA-01658: ...) — usando memória</a:t>
            </a:r>
          </a:p>
          <a:p>
            <a:r>
              <a:rPr sz="1100">
                <a:solidFill>
                  <a:srgbClr val="00C98E"/>
                </a:solidFill>
                <a:latin typeface="Courier New"/>
              </a:rPr>
              <a:t>[storage][debug] stack completo: QueryFailedError: ORA-01658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Desative em produção: LOG_LEVEL=info  —  o modo debug expõe SQL e nomes de variáveis nos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00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mongodev-tools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34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98E"/>
                </a:solidFill>
              </a:rPr>
              <a:t>Pronto para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8E"/>
                </a:solidFill>
              </a:rPr>
              <a:t>✅  Keycloak configurado (client, roles, redirect URI)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8E"/>
                </a:solidFill>
              </a:rPr>
              <a:t>✅  variables.env sem aspas nem comentários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8E"/>
                </a:solidFill>
              </a:rPr>
              <a:t>✅  Stack deployada com replicas: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8E"/>
                </a:solidFill>
              </a:rPr>
              <a:t>✅  Nginx com location ^~ /mongo-tools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8E"/>
                </a:solidFill>
              </a:rPr>
              <a:t>✅  Banco de metadados com schema e permissões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8E"/>
                </a:solidFill>
              </a:rPr>
              <a:t>✅  Oracle: GRANT UNLIMITED TABLESPACE (se aplicável)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217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LOG_LEVEL=info em produção  ·  replicas: 1  ·  SESSION_SECRET aleatório e longo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